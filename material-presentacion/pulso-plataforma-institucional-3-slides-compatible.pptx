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3E6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Pulso M&amp;E - Plataforma institucional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7040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herramienta MEL a plataforma institucional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7498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modulo MEL es la primera base de un sistema operativo para conectar programas, datos y operacion interna.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 para presentar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46634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estamos creando solamente una herramienta de monitoreo; estamos construyendo la base de un sistema operativo institucional.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3456432"/>
            <a:ext cx="44805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plataforma puede crecer por modulos sin empezar desde cero: cada area conserva sus flujos, permisos, documentos, alertas y reportes.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4572000"/>
            <a:ext cx="4297680" cy="822960"/>
          </a:xfrm>
          <a:prstGeom prst="rect">
            <a:avLst/>
          </a:prstGeom>
          <a:solidFill>
            <a:srgbClr val="12312D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914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0657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modulo activo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40280" y="47914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B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40280" y="506577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por usuario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66160" y="47914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9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506577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y reportes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440680" cy="1920240"/>
          </a:xfrm>
          <a:prstGeom prst="rect">
            <a:avLst/>
          </a:prstGeom>
          <a:solidFill>
            <a:srgbClr val="12312D"/>
          </a:solidFill>
          <a:ln w="12700">
            <a:solidFill>
              <a:srgbClr val="3E68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modular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542032"/>
            <a:ext cx="1417320" cy="384048"/>
          </a:xfrm>
          <a:prstGeom prst="rect">
            <a:avLst/>
          </a:prstGeom>
          <a:solidFill>
            <a:srgbClr val="F2C15B"/>
          </a:solidFill>
          <a:ln w="10160">
            <a:solidFill>
              <a:srgbClr val="F2C1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6609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1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35240" y="2542032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26609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281160" y="2542032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26609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RR.HH.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3108960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22783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635240" y="3108960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322783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281160" y="3108960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81160" y="322783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0" y="4114800"/>
            <a:ext cx="5440680" cy="1554480"/>
          </a:xfrm>
          <a:prstGeom prst="rect">
            <a:avLst/>
          </a:prstGeom>
          <a:solidFill>
            <a:srgbClr val="071513"/>
          </a:solidFill>
          <a:ln w="12700">
            <a:solidFill>
              <a:srgbClr val="3E68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79008" y="4224528"/>
            <a:ext cx="5221224" cy="1335024"/>
          </a:xfrm>
          <a:prstGeom prst="rect">
            <a:avLst/>
          </a:prstGeom>
          <a:solidFill>
            <a:srgbClr val="12312D"/>
          </a:solidFill>
          <a:ln w="7620">
            <a:solidFill>
              <a:srgbClr val="5F83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440740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CAPTURA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89320" y="472744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sugerida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35040" y="5056632"/>
            <a:ext cx="4709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+ Resumen ejecutivo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3E6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Pulso M&amp;E - Plataforma institucional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ACTUAL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7040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modulo MEL ya conecta datos, roles y decisiones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7498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funcional permite operar desde diferentes usuarios y dar seguimiento al ciclo de reporte.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2029968" cy="749808"/>
          </a:xfrm>
          <a:prstGeom prst="rect">
            <a:avLst/>
          </a:prstGeom>
          <a:solidFill>
            <a:srgbClr val="173D37"/>
          </a:solidFill>
          <a:ln w="10160">
            <a:solidFill>
              <a:srgbClr val="20B7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84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322576"/>
            <a:ext cx="16916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Usuarios, roles, permisos y cuentas.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962656" y="1965960"/>
            <a:ext cx="2029968" cy="749808"/>
          </a:xfrm>
          <a:prstGeom prst="rect">
            <a:avLst/>
          </a:prstGeom>
          <a:solidFill>
            <a:srgbClr val="12312D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084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2322576"/>
            <a:ext cx="16916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evidencias y datos de campo.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58368" y="2935224"/>
            <a:ext cx="2029968" cy="749808"/>
          </a:xfrm>
          <a:prstGeom prst="rect">
            <a:avLst/>
          </a:prstGeom>
          <a:solidFill>
            <a:srgbClr val="12312D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0540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291840"/>
            <a:ext cx="16916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revision por niveles.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962656" y="2935224"/>
            <a:ext cx="2029968" cy="749808"/>
          </a:xfrm>
          <a:prstGeom prst="rect">
            <a:avLst/>
          </a:prstGeom>
          <a:solidFill>
            <a:srgbClr val="12312D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0540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3291840"/>
            <a:ext cx="16916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por programa, centro y semana.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58368" y="3904488"/>
            <a:ext cx="2029968" cy="749808"/>
          </a:xfrm>
          <a:prstGeom prst="rect">
            <a:avLst/>
          </a:prstGeom>
          <a:solidFill>
            <a:srgbClr val="12312D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0233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papers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4261104"/>
            <a:ext cx="16916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tecnica por programa.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962656" y="3904488"/>
            <a:ext cx="2029968" cy="749808"/>
          </a:xfrm>
          <a:prstGeom prst="rect">
            <a:avLst/>
          </a:prstGeom>
          <a:solidFill>
            <a:srgbClr val="12312D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40233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4261104"/>
            <a:ext cx="16916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y datos visibles.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394960" y="1874520"/>
            <a:ext cx="0" cy="3703320"/>
          </a:xfrm>
          <a:prstGeom prst="line">
            <a:avLst/>
          </a:prstGeom>
          <a:noFill/>
          <a:ln w="12700">
            <a:solidFill>
              <a:srgbClr val="3E68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1874520"/>
            <a:ext cx="2514600" cy="1737360"/>
          </a:xfrm>
          <a:prstGeom prst="rect">
            <a:avLst/>
          </a:prstGeom>
          <a:solidFill>
            <a:srgbClr val="071513"/>
          </a:solidFill>
          <a:ln w="12700">
            <a:solidFill>
              <a:srgbClr val="3E68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16168" y="1984248"/>
            <a:ext cx="2295144" cy="1517904"/>
          </a:xfrm>
          <a:prstGeom prst="rect">
            <a:avLst/>
          </a:prstGeom>
          <a:solidFill>
            <a:srgbClr val="12312D"/>
          </a:solidFill>
          <a:ln w="7620">
            <a:solidFill>
              <a:srgbClr val="5F83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1671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CAPTURA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25786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549640" y="1874520"/>
            <a:ext cx="2514600" cy="1737360"/>
          </a:xfrm>
          <a:prstGeom prst="rect">
            <a:avLst/>
          </a:prstGeom>
          <a:solidFill>
            <a:srgbClr val="071513"/>
          </a:solidFill>
          <a:ln w="12700">
            <a:solidFill>
              <a:srgbClr val="3E68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59368" y="1984248"/>
            <a:ext cx="2295144" cy="1517904"/>
          </a:xfrm>
          <a:prstGeom prst="rect">
            <a:avLst/>
          </a:prstGeom>
          <a:solidFill>
            <a:srgbClr val="12312D"/>
          </a:solidFill>
          <a:ln w="7620">
            <a:solidFill>
              <a:srgbClr val="5F83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21671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CAPTURA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869680" y="25786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15400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806440" y="3886200"/>
            <a:ext cx="5257800" cy="1600200"/>
          </a:xfrm>
          <a:prstGeom prst="rect">
            <a:avLst/>
          </a:prstGeom>
          <a:solidFill>
            <a:srgbClr val="071513"/>
          </a:solidFill>
          <a:ln w="12700">
            <a:solidFill>
              <a:srgbClr val="3E68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16168" y="3995928"/>
            <a:ext cx="5038344" cy="1380744"/>
          </a:xfrm>
          <a:prstGeom prst="rect">
            <a:avLst/>
          </a:prstGeom>
          <a:solidFill>
            <a:srgbClr val="12312D"/>
          </a:solidFill>
          <a:ln w="7620">
            <a:solidFill>
              <a:srgbClr val="5F83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417880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CAPTURA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26480" y="45217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72200" y="4850892"/>
            <a:ext cx="4526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Reportes, aprobacion o asistencia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3E6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Pulso M&amp;E - Plataforma institucional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PASOS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7040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arquitectura puede operar otras areas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7498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vision es pasar de procesos dispersos a un ecosistema institucional con modulos conectados y trazabilidad comun.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4572000" cy="3529584"/>
          </a:xfrm>
          <a:prstGeom prst="rect">
            <a:avLst/>
          </a:prstGeom>
          <a:solidFill>
            <a:srgbClr val="12312D"/>
          </a:solidFill>
          <a:ln w="12700">
            <a:solidFill>
              <a:srgbClr val="3E68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para hablar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2724912"/>
            <a:ext cx="82296" cy="82296"/>
          </a:xfrm>
          <a:prstGeom prst="ellipse">
            <a:avLst/>
          </a:prstGeom>
          <a:solidFill>
            <a:srgbClr val="F2C15B"/>
          </a:solidFill>
          <a:ln w="12700">
            <a:solidFill>
              <a:srgbClr val="F2C1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651760"/>
            <a:ext cx="36576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 datos que hoy viven en Excel, correos o mensajes.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960120" y="3163824"/>
            <a:ext cx="82296" cy="82296"/>
          </a:xfrm>
          <a:prstGeom prst="ellipse">
            <a:avLst/>
          </a:prstGeom>
          <a:solidFill>
            <a:srgbClr val="20B7A6"/>
          </a:solidFill>
          <a:ln w="12700">
            <a:solidFill>
              <a:srgbClr val="20B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090672"/>
            <a:ext cx="36576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modulo puede tener formularios, permisos y aprobaciones propias.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960120" y="3602736"/>
            <a:ext cx="82296" cy="82296"/>
          </a:xfrm>
          <a:prstGeom prst="ellipse">
            <a:avLst/>
          </a:prstGeom>
          <a:solidFill>
            <a:srgbClr val="79B3FF"/>
          </a:solidFill>
          <a:ln w="12700">
            <a:solidFill>
              <a:srgbClr val="79B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3529584"/>
            <a:ext cx="36576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operar desde distintas computadoras con una sola base de datos.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60120" y="4041648"/>
            <a:ext cx="82296" cy="82296"/>
          </a:xfrm>
          <a:prstGeom prst="ellipse">
            <a:avLst/>
          </a:prstGeom>
          <a:solidFill>
            <a:srgbClr val="E96B5D"/>
          </a:solidFill>
          <a:ln w="12700">
            <a:solidFill>
              <a:srgbClr val="E96B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968496"/>
            <a:ext cx="36576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auditoria conserva historial aunque algo se retire de la interfaz.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60120" y="4480560"/>
            <a:ext cx="82296" cy="82296"/>
          </a:xfrm>
          <a:prstGeom prst="ellipse">
            <a:avLst/>
          </a:prstGeom>
          <a:solidFill>
            <a:srgbClr val="20B7A6"/>
          </a:solidFill>
          <a:ln w="12700">
            <a:solidFill>
              <a:srgbClr val="20B7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4407408"/>
            <a:ext cx="36576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expansion futura incluye logistica, RR.HH., finanzas y oficina.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623560" y="1828800"/>
            <a:ext cx="5440680" cy="1234440"/>
          </a:xfrm>
          <a:prstGeom prst="rect">
            <a:avLst/>
          </a:prstGeom>
          <a:solidFill>
            <a:srgbClr val="12312D"/>
          </a:solidFill>
          <a:ln w="12700">
            <a:solidFill>
              <a:srgbClr val="3E68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20848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Nucleo comun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25312" y="2414016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+ roles + formularios + documentos + alertas + reportes + auditoria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3474720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5935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635240" y="3474720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35935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RR.HH.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281160" y="3474720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81160" y="35935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12280" y="4069080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41879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58200" y="4069080"/>
            <a:ext cx="1417320" cy="384048"/>
          </a:xfrm>
          <a:prstGeom prst="rect">
            <a:avLst/>
          </a:prstGeom>
          <a:solidFill>
            <a:srgbClr val="163B36"/>
          </a:solidFill>
          <a:ln w="10160">
            <a:solidFill>
              <a:srgbClr val="3E68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41879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23560" y="4782312"/>
            <a:ext cx="5440680" cy="960120"/>
          </a:xfrm>
          <a:prstGeom prst="rect">
            <a:avLst/>
          </a:prstGeom>
          <a:solidFill>
            <a:srgbClr val="071513"/>
          </a:solidFill>
          <a:ln w="12700">
            <a:solidFill>
              <a:srgbClr val="3E68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33288" y="4892040"/>
            <a:ext cx="5221224" cy="740664"/>
          </a:xfrm>
          <a:prstGeom prst="rect">
            <a:avLst/>
          </a:prstGeom>
          <a:solidFill>
            <a:srgbClr val="12312D"/>
          </a:solidFill>
          <a:ln w="7620">
            <a:solidFill>
              <a:srgbClr val="5F83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5074920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C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CAPTURA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43600" y="509778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sugerida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89320" y="5426964"/>
            <a:ext cx="4709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Asistencia, graficas o concept papers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Convoy of Hope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Pulso M&amp;E - Plataforma Institucional</dc:title>
  <dc:subject>Material de apoyo para presentacion</dc:subject>
  <dc:creator>Pulso M&amp;E</dc:creator>
  <cp:lastModifiedBy>Pulso M&amp;E</cp:lastModifiedBy>
  <cp:revision>1</cp:revision>
  <dcterms:created xsi:type="dcterms:W3CDTF">2026-05-18T19:12:03Z</dcterms:created>
  <dcterms:modified xsi:type="dcterms:W3CDTF">2026-05-18T19:12:03Z</dcterms:modified>
</cp:coreProperties>
</file>